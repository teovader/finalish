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Mood: warm, handheld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Harbour at dawn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